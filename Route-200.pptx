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9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7704-65FC-5A41-9544-0EF0121AF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0E7C2A-52D3-0A87-7E97-03797CA11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65A45-6567-714D-D080-A0570E580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0825-90B9-46F7-B91D-BA52011DBCB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55CF1-8613-5B5B-50B4-85C52A64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CEAEA-53A0-9B58-5A01-92AEC47A0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4053-A930-4E77-9A6F-E631B6F9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6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1E120-8B37-21B3-6C60-2BF350770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3B023-8B9A-9909-FAD6-A0622AFE3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4457F-E8D2-D5F7-3EE7-42670C4DA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0825-90B9-46F7-B91D-BA52011DBCB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4B350-F58F-9FFE-EB1B-E1AF359F8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97D69-4D1A-5707-AD6D-D6E0C2961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4053-A930-4E77-9A6F-E631B6F9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B0295-622B-1DF2-8139-8F663C08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911DA-4374-1E19-1C7D-96796D016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421FC-DDEE-C172-E72B-7C3352F24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0825-90B9-46F7-B91D-BA52011DBCB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07963-7A43-3025-E5ED-865A9DA9F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0B5BF-4BC9-CA38-278C-7EA0BB2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4053-A930-4E77-9A6F-E631B6F9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56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A862-A371-E351-F960-D53B84EBA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57EA2-5088-190B-0ED8-F366E5FD0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2B722-5818-1B1C-F526-D79D2213E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92364-D595-6B6E-6482-FD68D54D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0825-90B9-46F7-B91D-BA52011DBCB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FEE27-BEA6-9AFF-B56E-7E28A069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9DB62-21BA-AD34-297E-9165421A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4053-A930-4E77-9A6F-E631B6F9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0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37808-B4DF-143D-50CC-FF1BDDF44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368F2-7A9C-FA65-F486-74AF03866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3E6DA-C28E-E4EF-2965-3ECA05000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D6C950-7D84-F636-9CC2-3683FBA9D5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3FE02-42C4-B666-6C11-CB73D9B1E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2D688E-FE1F-7295-D808-30B4E29B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0825-90B9-46F7-B91D-BA52011DBCB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E540E-54F7-0BED-F800-FE84D7A23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93AC96-E55D-3308-8FC2-D374A94F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4053-A930-4E77-9A6F-E631B6F9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AA1-4346-15B8-16B1-EB69424A4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969F86-72A6-B67B-5619-C60CD9353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0825-90B9-46F7-B91D-BA52011DBCB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C501E-B3B9-788C-2ADC-4956DD85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ECB7F-4416-25B0-650D-C70B04EE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4053-A930-4E77-9A6F-E631B6F9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20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436CC2-7AB3-F92F-7007-CD09B0DD8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0825-90B9-46F7-B91D-BA52011DBCB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C1F37F-DD91-A1E4-B528-CD7EB1A78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3FF23-AF47-3723-BDDA-ECD849987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4053-A930-4E77-9A6F-E631B6F9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5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F20B-A147-A5FA-9D91-00BC5532A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726FC-75F0-4842-3484-3B653E2AB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87BE0-FE3D-39A7-E81D-8EF8BB623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8F3A2-7C06-C579-A22E-914B76B3B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0825-90B9-46F7-B91D-BA52011DBCB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BE237-4222-0BE8-6FE8-C40944FD7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A38A8-C8CB-BB84-3563-B62E784F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4053-A930-4E77-9A6F-E631B6F9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97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1151-FEF2-B9DA-A0B8-0A6ADC72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2DAF76-A0E0-C84D-0CD5-1BA22A360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F4D36-471B-E330-5EA2-0089016D2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C7B7B-C8D7-E303-0B7E-18071A36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0825-90B9-46F7-B91D-BA52011DBCB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EC45D-1E4B-687B-812D-09D4AA6FC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91D1F-2F6F-9A86-AD39-AFFD0D325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4053-A930-4E77-9A6F-E631B6F9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58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8B490-B506-B7B5-CACB-8577E4FA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EF8C6-E0F9-5817-D203-07509FD4F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18173-F48B-4B4E-8BD1-8CC826A4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0825-90B9-46F7-B91D-BA52011DBCB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A3772-2385-FDB9-EAC7-B782A5E07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7BEDE-1E8A-DA21-C387-700D20D4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4053-A930-4E77-9A6F-E631B6F9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90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5274CC-7464-9F70-858A-82898DD58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F7F55-4C89-942B-DEDA-EE1F38A80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5936D-7E81-5306-6A41-30728DB05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0825-90B9-46F7-B91D-BA52011DBCB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6FFC7-B3D5-472F-9BED-BBD2FB492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8AD1D-A3DE-0E77-278B-8419EABEE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4053-A930-4E77-9A6F-E631B6F9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23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61E2AB-3B46-E7B0-6D5F-E04B779D4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7D822-2A2C-8A7E-3268-A21DFC382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5371E-7DAC-3CA0-1A77-0FBB25D561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50825-90B9-46F7-B91D-BA52011DBCB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28511-B091-62EC-D3B4-68B040CBC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95B5E-176A-5914-C303-934CA73227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F4053-A930-4E77-9A6F-E631B6F9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886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C55464-F548-4B45-8053-4A4C5E5B1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30119"/>
            <a:ext cx="9144000" cy="1655762"/>
          </a:xfrm>
        </p:spPr>
        <p:txBody>
          <a:bodyPr/>
          <a:lstStyle/>
          <a:p>
            <a:r>
              <a:rPr lang="en-US" dirty="0"/>
              <a:t>Landing / Authentication Page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3AFE3A-E754-8635-4A62-5CB58EEE92A2}"/>
              </a:ext>
            </a:extLst>
          </p:cNvPr>
          <p:cNvSpPr/>
          <p:nvPr/>
        </p:nvSpPr>
        <p:spPr>
          <a:xfrm>
            <a:off x="4216750" y="1417051"/>
            <a:ext cx="3758500" cy="3090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346903-9419-E4F2-CB09-744D81914377}"/>
              </a:ext>
            </a:extLst>
          </p:cNvPr>
          <p:cNvSpPr/>
          <p:nvPr/>
        </p:nvSpPr>
        <p:spPr>
          <a:xfrm>
            <a:off x="4595123" y="3015674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5482A9-44D0-3124-07BE-7F100AE88876}"/>
              </a:ext>
            </a:extLst>
          </p:cNvPr>
          <p:cNvSpPr/>
          <p:nvPr/>
        </p:nvSpPr>
        <p:spPr>
          <a:xfrm>
            <a:off x="4595123" y="3551488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8F0FE1-AE19-A8C5-8C89-F2F827881EF5}"/>
              </a:ext>
            </a:extLst>
          </p:cNvPr>
          <p:cNvSpPr/>
          <p:nvPr/>
        </p:nvSpPr>
        <p:spPr>
          <a:xfrm>
            <a:off x="4595123" y="1800153"/>
            <a:ext cx="3001755" cy="4162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9AE51-3144-E7E9-B54B-47DEE399BCDA}"/>
              </a:ext>
            </a:extLst>
          </p:cNvPr>
          <p:cNvSpPr/>
          <p:nvPr/>
        </p:nvSpPr>
        <p:spPr>
          <a:xfrm>
            <a:off x="4595123" y="2289460"/>
            <a:ext cx="3001755" cy="4162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B023F5-36EC-7E9F-9941-40FEA6E0A222}"/>
              </a:ext>
            </a:extLst>
          </p:cNvPr>
          <p:cNvSpPr txBox="1"/>
          <p:nvPr/>
        </p:nvSpPr>
        <p:spPr>
          <a:xfrm>
            <a:off x="351044" y="212260"/>
            <a:ext cx="1348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ROUTE 200 </a:t>
            </a:r>
          </a:p>
        </p:txBody>
      </p:sp>
    </p:spTree>
    <p:extLst>
      <p:ext uri="{BB962C8B-B14F-4D97-AF65-F5344CB8AC3E}">
        <p14:creationId xmlns:p14="http://schemas.microsoft.com/office/powerpoint/2010/main" val="2526153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C55464-F548-4B45-8053-4A4C5E5B1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60264"/>
            <a:ext cx="9144000" cy="4146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Home Page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5482A9-44D0-3124-07BE-7F100AE88876}"/>
              </a:ext>
            </a:extLst>
          </p:cNvPr>
          <p:cNvSpPr/>
          <p:nvPr/>
        </p:nvSpPr>
        <p:spPr>
          <a:xfrm>
            <a:off x="10354793" y="212260"/>
            <a:ext cx="1299078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 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FBC479-3DDF-79D6-7DF1-5EBF1FED47B6}"/>
              </a:ext>
            </a:extLst>
          </p:cNvPr>
          <p:cNvSpPr txBox="1"/>
          <p:nvPr/>
        </p:nvSpPr>
        <p:spPr>
          <a:xfrm>
            <a:off x="351044" y="212260"/>
            <a:ext cx="1348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ROUTE 200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06C88-BE9B-52B3-C345-24162D226916}"/>
              </a:ext>
            </a:extLst>
          </p:cNvPr>
          <p:cNvSpPr/>
          <p:nvPr/>
        </p:nvSpPr>
        <p:spPr>
          <a:xfrm>
            <a:off x="351045" y="1430089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SUGGESTED DESTINATIONS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132D2B-BD62-BADE-715F-E6140CE5C112}"/>
              </a:ext>
            </a:extLst>
          </p:cNvPr>
          <p:cNvSpPr/>
          <p:nvPr/>
        </p:nvSpPr>
        <p:spPr>
          <a:xfrm>
            <a:off x="351045" y="797736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TRAVEL SEARCH 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136864-A93B-E154-2489-67B0981E2ED2}"/>
              </a:ext>
            </a:extLst>
          </p:cNvPr>
          <p:cNvSpPr/>
          <p:nvPr/>
        </p:nvSpPr>
        <p:spPr>
          <a:xfrm>
            <a:off x="351042" y="2652471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SAVED DESTINATIONS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F982EF-D7A8-23F4-F793-B24C4FBF205B}"/>
              </a:ext>
            </a:extLst>
          </p:cNvPr>
          <p:cNvSpPr/>
          <p:nvPr/>
        </p:nvSpPr>
        <p:spPr>
          <a:xfrm>
            <a:off x="8891752" y="4070501"/>
            <a:ext cx="2528789" cy="16080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WEATHER API</a:t>
            </a:r>
          </a:p>
          <a:p>
            <a:pPr algn="ctr"/>
            <a:r>
              <a:rPr lang="en-US" dirty="0"/>
              <a:t>(Featured Destination)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CBDBD5-806A-F9BF-A859-5C01D69B4732}"/>
              </a:ext>
            </a:extLst>
          </p:cNvPr>
          <p:cNvSpPr/>
          <p:nvPr/>
        </p:nvSpPr>
        <p:spPr>
          <a:xfrm>
            <a:off x="9099857" y="212260"/>
            <a:ext cx="1087820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PROFILE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2CD852-2EDA-C89F-CE0B-B23547C4F98C}"/>
              </a:ext>
            </a:extLst>
          </p:cNvPr>
          <p:cNvSpPr/>
          <p:nvPr/>
        </p:nvSpPr>
        <p:spPr>
          <a:xfrm>
            <a:off x="4253535" y="5263503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FEATURED DESTINATION PREVIEW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EAFEB5-C491-1493-9F91-8CA954817484}"/>
              </a:ext>
            </a:extLst>
          </p:cNvPr>
          <p:cNvSpPr/>
          <p:nvPr/>
        </p:nvSpPr>
        <p:spPr>
          <a:xfrm>
            <a:off x="351041" y="2020118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FEATURED DESTINATION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A574B2-4886-9ED9-B23D-F93AD46213D5}"/>
              </a:ext>
            </a:extLst>
          </p:cNvPr>
          <p:cNvSpPr/>
          <p:nvPr/>
        </p:nvSpPr>
        <p:spPr>
          <a:xfrm>
            <a:off x="1013024" y="557760"/>
            <a:ext cx="1540818" cy="2638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Collapsible Nav Bar</a:t>
            </a:r>
          </a:p>
        </p:txBody>
      </p:sp>
    </p:spTree>
    <p:extLst>
      <p:ext uri="{BB962C8B-B14F-4D97-AF65-F5344CB8AC3E}">
        <p14:creationId xmlns:p14="http://schemas.microsoft.com/office/powerpoint/2010/main" val="2564157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C55464-F548-4B45-8053-4A4C5E5B1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60264"/>
            <a:ext cx="9144000" cy="4146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Destination Search Query Page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5482A9-44D0-3124-07BE-7F100AE88876}"/>
              </a:ext>
            </a:extLst>
          </p:cNvPr>
          <p:cNvSpPr/>
          <p:nvPr/>
        </p:nvSpPr>
        <p:spPr>
          <a:xfrm>
            <a:off x="10354793" y="212260"/>
            <a:ext cx="1299078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 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FBC479-3DDF-79D6-7DF1-5EBF1FED47B6}"/>
              </a:ext>
            </a:extLst>
          </p:cNvPr>
          <p:cNvSpPr txBox="1"/>
          <p:nvPr/>
        </p:nvSpPr>
        <p:spPr>
          <a:xfrm>
            <a:off x="351044" y="212260"/>
            <a:ext cx="1348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ROUTE 200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06C88-BE9B-52B3-C345-24162D226916}"/>
              </a:ext>
            </a:extLst>
          </p:cNvPr>
          <p:cNvSpPr/>
          <p:nvPr/>
        </p:nvSpPr>
        <p:spPr>
          <a:xfrm>
            <a:off x="351045" y="1430089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SUGGESTED DESTINATIONS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132D2B-BD62-BADE-715F-E6140CE5C112}"/>
              </a:ext>
            </a:extLst>
          </p:cNvPr>
          <p:cNvSpPr/>
          <p:nvPr/>
        </p:nvSpPr>
        <p:spPr>
          <a:xfrm>
            <a:off x="351045" y="797736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TRAVEL SEARCH 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136864-A93B-E154-2489-67B0981E2ED2}"/>
              </a:ext>
            </a:extLst>
          </p:cNvPr>
          <p:cNvSpPr/>
          <p:nvPr/>
        </p:nvSpPr>
        <p:spPr>
          <a:xfrm>
            <a:off x="351042" y="2652471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SAVED DESTINATIONS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CBDBD5-806A-F9BF-A859-5C01D69B4732}"/>
              </a:ext>
            </a:extLst>
          </p:cNvPr>
          <p:cNvSpPr/>
          <p:nvPr/>
        </p:nvSpPr>
        <p:spPr>
          <a:xfrm>
            <a:off x="9099857" y="212260"/>
            <a:ext cx="1087820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PROFILE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2CD852-2EDA-C89F-CE0B-B23547C4F98C}"/>
              </a:ext>
            </a:extLst>
          </p:cNvPr>
          <p:cNvSpPr/>
          <p:nvPr/>
        </p:nvSpPr>
        <p:spPr>
          <a:xfrm>
            <a:off x="4253535" y="1430089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SEARCH QUERY LIST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EAFEB5-C491-1493-9F91-8CA954817484}"/>
              </a:ext>
            </a:extLst>
          </p:cNvPr>
          <p:cNvSpPr/>
          <p:nvPr/>
        </p:nvSpPr>
        <p:spPr>
          <a:xfrm>
            <a:off x="351041" y="2020118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FEATURED DESTINATION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57586E-7B5E-C8D7-C15C-FA4B0C46EE6E}"/>
              </a:ext>
            </a:extLst>
          </p:cNvPr>
          <p:cNvSpPr/>
          <p:nvPr/>
        </p:nvSpPr>
        <p:spPr>
          <a:xfrm>
            <a:off x="1013024" y="547002"/>
            <a:ext cx="1540818" cy="2638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Collapsible Nav Bar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9B27D-D6B9-CA22-0A30-B05DE016591B}"/>
              </a:ext>
            </a:extLst>
          </p:cNvPr>
          <p:cNvSpPr/>
          <p:nvPr/>
        </p:nvSpPr>
        <p:spPr>
          <a:xfrm>
            <a:off x="4253535" y="1941943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1F3198-48AA-262F-A9B2-328CFEA0F7EB}"/>
              </a:ext>
            </a:extLst>
          </p:cNvPr>
          <p:cNvSpPr/>
          <p:nvPr/>
        </p:nvSpPr>
        <p:spPr>
          <a:xfrm>
            <a:off x="4253535" y="2453797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F31B2B-E8AB-3702-61B8-5CB518AD8A1C}"/>
              </a:ext>
            </a:extLst>
          </p:cNvPr>
          <p:cNvSpPr/>
          <p:nvPr/>
        </p:nvSpPr>
        <p:spPr>
          <a:xfrm>
            <a:off x="4253535" y="2965651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38DBB5-CA00-941C-8006-6F2FAE60E7E5}"/>
              </a:ext>
            </a:extLst>
          </p:cNvPr>
          <p:cNvSpPr/>
          <p:nvPr/>
        </p:nvSpPr>
        <p:spPr>
          <a:xfrm>
            <a:off x="4253535" y="3489249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B5BE38-C86D-2A06-FD8F-BC0C87A782D8}"/>
              </a:ext>
            </a:extLst>
          </p:cNvPr>
          <p:cNvSpPr/>
          <p:nvPr/>
        </p:nvSpPr>
        <p:spPr>
          <a:xfrm>
            <a:off x="8604820" y="1762426"/>
            <a:ext cx="990074" cy="72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Location Detail</a:t>
            </a:r>
          </a:p>
          <a:p>
            <a:pPr algn="ctr"/>
            <a:r>
              <a:rPr lang="en-US" sz="1200" dirty="0"/>
              <a:t>Pulled from API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E6F17-2B71-5A2B-02B8-AD87D6D2899A}"/>
              </a:ext>
            </a:extLst>
          </p:cNvPr>
          <p:cNvSpPr/>
          <p:nvPr/>
        </p:nvSpPr>
        <p:spPr>
          <a:xfrm>
            <a:off x="9766214" y="1748392"/>
            <a:ext cx="990074" cy="72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Picture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27B8E9-B078-AC8B-CB7B-34106FD45DDE}"/>
              </a:ext>
            </a:extLst>
          </p:cNvPr>
          <p:cNvSpPr/>
          <p:nvPr/>
        </p:nvSpPr>
        <p:spPr>
          <a:xfrm>
            <a:off x="10927608" y="1748393"/>
            <a:ext cx="990074" cy="72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Weather Details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C1E6B2-C2AA-248F-8A71-EE959C2C5676}"/>
              </a:ext>
            </a:extLst>
          </p:cNvPr>
          <p:cNvSpPr/>
          <p:nvPr/>
        </p:nvSpPr>
        <p:spPr>
          <a:xfrm>
            <a:off x="9440393" y="1402366"/>
            <a:ext cx="1641716" cy="2638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Collapsible Detail Bar</a:t>
            </a:r>
          </a:p>
        </p:txBody>
      </p:sp>
    </p:spTree>
    <p:extLst>
      <p:ext uri="{BB962C8B-B14F-4D97-AF65-F5344CB8AC3E}">
        <p14:creationId xmlns:p14="http://schemas.microsoft.com/office/powerpoint/2010/main" val="469767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C55464-F548-4B45-8053-4A4C5E5B1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60264"/>
            <a:ext cx="9144000" cy="4146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Suggested Destination Query Page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5482A9-44D0-3124-07BE-7F100AE88876}"/>
              </a:ext>
            </a:extLst>
          </p:cNvPr>
          <p:cNvSpPr/>
          <p:nvPr/>
        </p:nvSpPr>
        <p:spPr>
          <a:xfrm>
            <a:off x="10354793" y="212260"/>
            <a:ext cx="1299078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 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FBC479-3DDF-79D6-7DF1-5EBF1FED47B6}"/>
              </a:ext>
            </a:extLst>
          </p:cNvPr>
          <p:cNvSpPr txBox="1"/>
          <p:nvPr/>
        </p:nvSpPr>
        <p:spPr>
          <a:xfrm>
            <a:off x="351044" y="212260"/>
            <a:ext cx="1348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ROUTE 200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06C88-BE9B-52B3-C345-24162D226916}"/>
              </a:ext>
            </a:extLst>
          </p:cNvPr>
          <p:cNvSpPr/>
          <p:nvPr/>
        </p:nvSpPr>
        <p:spPr>
          <a:xfrm>
            <a:off x="351045" y="1430089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SUGGESTED DESTINATIONS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132D2B-BD62-BADE-715F-E6140CE5C112}"/>
              </a:ext>
            </a:extLst>
          </p:cNvPr>
          <p:cNvSpPr/>
          <p:nvPr/>
        </p:nvSpPr>
        <p:spPr>
          <a:xfrm>
            <a:off x="351045" y="797736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TRAVEL SEARCH 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136864-A93B-E154-2489-67B0981E2ED2}"/>
              </a:ext>
            </a:extLst>
          </p:cNvPr>
          <p:cNvSpPr/>
          <p:nvPr/>
        </p:nvSpPr>
        <p:spPr>
          <a:xfrm>
            <a:off x="351042" y="2652471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SAVED DESTINATIONS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CBDBD5-806A-F9BF-A859-5C01D69B4732}"/>
              </a:ext>
            </a:extLst>
          </p:cNvPr>
          <p:cNvSpPr/>
          <p:nvPr/>
        </p:nvSpPr>
        <p:spPr>
          <a:xfrm>
            <a:off x="9099857" y="212260"/>
            <a:ext cx="1087820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PROFILE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2CD852-2EDA-C89F-CE0B-B23547C4F98C}"/>
              </a:ext>
            </a:extLst>
          </p:cNvPr>
          <p:cNvSpPr/>
          <p:nvPr/>
        </p:nvSpPr>
        <p:spPr>
          <a:xfrm>
            <a:off x="4253535" y="1430089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SUGGESTED QUERY LIST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EAFEB5-C491-1493-9F91-8CA954817484}"/>
              </a:ext>
            </a:extLst>
          </p:cNvPr>
          <p:cNvSpPr/>
          <p:nvPr/>
        </p:nvSpPr>
        <p:spPr>
          <a:xfrm>
            <a:off x="351041" y="2020118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FEATURED DESTINATION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57586E-7B5E-C8D7-C15C-FA4B0C46EE6E}"/>
              </a:ext>
            </a:extLst>
          </p:cNvPr>
          <p:cNvSpPr/>
          <p:nvPr/>
        </p:nvSpPr>
        <p:spPr>
          <a:xfrm>
            <a:off x="1013024" y="557760"/>
            <a:ext cx="1540818" cy="2638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Collapsible Nav Bar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9B27D-D6B9-CA22-0A30-B05DE016591B}"/>
              </a:ext>
            </a:extLst>
          </p:cNvPr>
          <p:cNvSpPr/>
          <p:nvPr/>
        </p:nvSpPr>
        <p:spPr>
          <a:xfrm>
            <a:off x="4253535" y="1941943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1F3198-48AA-262F-A9B2-328CFEA0F7EB}"/>
              </a:ext>
            </a:extLst>
          </p:cNvPr>
          <p:cNvSpPr/>
          <p:nvPr/>
        </p:nvSpPr>
        <p:spPr>
          <a:xfrm>
            <a:off x="4253535" y="2453797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F31B2B-E8AB-3702-61B8-5CB518AD8A1C}"/>
              </a:ext>
            </a:extLst>
          </p:cNvPr>
          <p:cNvSpPr/>
          <p:nvPr/>
        </p:nvSpPr>
        <p:spPr>
          <a:xfrm>
            <a:off x="4253535" y="2965651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38DBB5-CA00-941C-8006-6F2FAE60E7E5}"/>
              </a:ext>
            </a:extLst>
          </p:cNvPr>
          <p:cNvSpPr/>
          <p:nvPr/>
        </p:nvSpPr>
        <p:spPr>
          <a:xfrm>
            <a:off x="4253535" y="3489249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A027FC-1199-AB43-4A35-27AD5BD7A0F6}"/>
              </a:ext>
            </a:extLst>
          </p:cNvPr>
          <p:cNvSpPr/>
          <p:nvPr/>
        </p:nvSpPr>
        <p:spPr>
          <a:xfrm>
            <a:off x="8604820" y="1762426"/>
            <a:ext cx="990074" cy="72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Location Detail</a:t>
            </a:r>
          </a:p>
          <a:p>
            <a:pPr algn="ctr"/>
            <a:r>
              <a:rPr lang="en-US" sz="1200" dirty="0"/>
              <a:t>Pulled from API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06264D-BA18-8D34-16EA-8550535EA42C}"/>
              </a:ext>
            </a:extLst>
          </p:cNvPr>
          <p:cNvSpPr/>
          <p:nvPr/>
        </p:nvSpPr>
        <p:spPr>
          <a:xfrm>
            <a:off x="9766214" y="1748392"/>
            <a:ext cx="990074" cy="72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Picture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8346FB-274C-9464-8DD2-87FDCEA6383A}"/>
              </a:ext>
            </a:extLst>
          </p:cNvPr>
          <p:cNvSpPr/>
          <p:nvPr/>
        </p:nvSpPr>
        <p:spPr>
          <a:xfrm>
            <a:off x="10927608" y="1748393"/>
            <a:ext cx="990074" cy="72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Weather Details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F22D88-C0BE-5A00-E134-90D2D1FA21A1}"/>
              </a:ext>
            </a:extLst>
          </p:cNvPr>
          <p:cNvSpPr/>
          <p:nvPr/>
        </p:nvSpPr>
        <p:spPr>
          <a:xfrm>
            <a:off x="9440393" y="1402366"/>
            <a:ext cx="1641716" cy="2638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Collapsible Detail Bar</a:t>
            </a:r>
          </a:p>
        </p:txBody>
      </p:sp>
    </p:spTree>
    <p:extLst>
      <p:ext uri="{BB962C8B-B14F-4D97-AF65-F5344CB8AC3E}">
        <p14:creationId xmlns:p14="http://schemas.microsoft.com/office/powerpoint/2010/main" val="3054884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C55464-F548-4B45-8053-4A4C5E5B1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60264"/>
            <a:ext cx="9144000" cy="4146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Featured Destination Query Page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5482A9-44D0-3124-07BE-7F100AE88876}"/>
              </a:ext>
            </a:extLst>
          </p:cNvPr>
          <p:cNvSpPr/>
          <p:nvPr/>
        </p:nvSpPr>
        <p:spPr>
          <a:xfrm>
            <a:off x="10354793" y="212260"/>
            <a:ext cx="1299078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 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FBC479-3DDF-79D6-7DF1-5EBF1FED47B6}"/>
              </a:ext>
            </a:extLst>
          </p:cNvPr>
          <p:cNvSpPr txBox="1"/>
          <p:nvPr/>
        </p:nvSpPr>
        <p:spPr>
          <a:xfrm>
            <a:off x="351044" y="212260"/>
            <a:ext cx="1348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ROUTE 200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06C88-BE9B-52B3-C345-24162D226916}"/>
              </a:ext>
            </a:extLst>
          </p:cNvPr>
          <p:cNvSpPr/>
          <p:nvPr/>
        </p:nvSpPr>
        <p:spPr>
          <a:xfrm>
            <a:off x="351045" y="1430089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SUGGESTED DESTINATIONS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132D2B-BD62-BADE-715F-E6140CE5C112}"/>
              </a:ext>
            </a:extLst>
          </p:cNvPr>
          <p:cNvSpPr/>
          <p:nvPr/>
        </p:nvSpPr>
        <p:spPr>
          <a:xfrm>
            <a:off x="351045" y="797736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TRAVEL SEARCH 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136864-A93B-E154-2489-67B0981E2ED2}"/>
              </a:ext>
            </a:extLst>
          </p:cNvPr>
          <p:cNvSpPr/>
          <p:nvPr/>
        </p:nvSpPr>
        <p:spPr>
          <a:xfrm>
            <a:off x="351042" y="2652471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SAVED DESTINATIONS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CBDBD5-806A-F9BF-A859-5C01D69B4732}"/>
              </a:ext>
            </a:extLst>
          </p:cNvPr>
          <p:cNvSpPr/>
          <p:nvPr/>
        </p:nvSpPr>
        <p:spPr>
          <a:xfrm>
            <a:off x="9099857" y="212260"/>
            <a:ext cx="1087820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PROFILE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2CD852-2EDA-C89F-CE0B-B23547C4F98C}"/>
              </a:ext>
            </a:extLst>
          </p:cNvPr>
          <p:cNvSpPr/>
          <p:nvPr/>
        </p:nvSpPr>
        <p:spPr>
          <a:xfrm>
            <a:off x="4253535" y="1430089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FEATURED QUERY LIST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EAFEB5-C491-1493-9F91-8CA954817484}"/>
              </a:ext>
            </a:extLst>
          </p:cNvPr>
          <p:cNvSpPr/>
          <p:nvPr/>
        </p:nvSpPr>
        <p:spPr>
          <a:xfrm>
            <a:off x="351041" y="2020118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FEATURED DESTINATION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57586E-7B5E-C8D7-C15C-FA4B0C46EE6E}"/>
              </a:ext>
            </a:extLst>
          </p:cNvPr>
          <p:cNvSpPr/>
          <p:nvPr/>
        </p:nvSpPr>
        <p:spPr>
          <a:xfrm>
            <a:off x="1013024" y="557760"/>
            <a:ext cx="1540818" cy="2638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Collapsible Nav Bar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9B27D-D6B9-CA22-0A30-B05DE016591B}"/>
              </a:ext>
            </a:extLst>
          </p:cNvPr>
          <p:cNvSpPr/>
          <p:nvPr/>
        </p:nvSpPr>
        <p:spPr>
          <a:xfrm>
            <a:off x="4253535" y="1941943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1F3198-48AA-262F-A9B2-328CFEA0F7EB}"/>
              </a:ext>
            </a:extLst>
          </p:cNvPr>
          <p:cNvSpPr/>
          <p:nvPr/>
        </p:nvSpPr>
        <p:spPr>
          <a:xfrm>
            <a:off x="4253535" y="2453797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F31B2B-E8AB-3702-61B8-5CB518AD8A1C}"/>
              </a:ext>
            </a:extLst>
          </p:cNvPr>
          <p:cNvSpPr/>
          <p:nvPr/>
        </p:nvSpPr>
        <p:spPr>
          <a:xfrm>
            <a:off x="4253535" y="2965651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38DBB5-CA00-941C-8006-6F2FAE60E7E5}"/>
              </a:ext>
            </a:extLst>
          </p:cNvPr>
          <p:cNvSpPr/>
          <p:nvPr/>
        </p:nvSpPr>
        <p:spPr>
          <a:xfrm>
            <a:off x="4253535" y="3489249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29CD9B-5C45-C86B-A21E-DCB9C9807721}"/>
              </a:ext>
            </a:extLst>
          </p:cNvPr>
          <p:cNvSpPr/>
          <p:nvPr/>
        </p:nvSpPr>
        <p:spPr>
          <a:xfrm>
            <a:off x="8604820" y="1762426"/>
            <a:ext cx="990074" cy="72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Location Detail</a:t>
            </a:r>
          </a:p>
          <a:p>
            <a:pPr algn="ctr"/>
            <a:r>
              <a:rPr lang="en-US" sz="1200" dirty="0"/>
              <a:t>Pulled from API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F4929B-F5FA-7F88-155E-092C1DD383E3}"/>
              </a:ext>
            </a:extLst>
          </p:cNvPr>
          <p:cNvSpPr/>
          <p:nvPr/>
        </p:nvSpPr>
        <p:spPr>
          <a:xfrm>
            <a:off x="9766214" y="1748392"/>
            <a:ext cx="990074" cy="72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Picture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172CDF-82E8-84D9-F5DE-8BC815E5AE68}"/>
              </a:ext>
            </a:extLst>
          </p:cNvPr>
          <p:cNvSpPr/>
          <p:nvPr/>
        </p:nvSpPr>
        <p:spPr>
          <a:xfrm>
            <a:off x="10927608" y="1748393"/>
            <a:ext cx="990074" cy="72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Weather Details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5F8AAC-79D6-3DF8-99AF-62ADFD5A31A2}"/>
              </a:ext>
            </a:extLst>
          </p:cNvPr>
          <p:cNvSpPr/>
          <p:nvPr/>
        </p:nvSpPr>
        <p:spPr>
          <a:xfrm>
            <a:off x="9440393" y="1402366"/>
            <a:ext cx="1641716" cy="2638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Collapsible Detail Bar</a:t>
            </a:r>
          </a:p>
        </p:txBody>
      </p:sp>
    </p:spTree>
    <p:extLst>
      <p:ext uri="{BB962C8B-B14F-4D97-AF65-F5344CB8AC3E}">
        <p14:creationId xmlns:p14="http://schemas.microsoft.com/office/powerpoint/2010/main" val="1503288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C55464-F548-4B45-8053-4A4C5E5B1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60264"/>
            <a:ext cx="9144000" cy="4146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Saved Destination Page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5482A9-44D0-3124-07BE-7F100AE88876}"/>
              </a:ext>
            </a:extLst>
          </p:cNvPr>
          <p:cNvSpPr/>
          <p:nvPr/>
        </p:nvSpPr>
        <p:spPr>
          <a:xfrm>
            <a:off x="10354793" y="212260"/>
            <a:ext cx="1299078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 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FBC479-3DDF-79D6-7DF1-5EBF1FED47B6}"/>
              </a:ext>
            </a:extLst>
          </p:cNvPr>
          <p:cNvSpPr txBox="1"/>
          <p:nvPr/>
        </p:nvSpPr>
        <p:spPr>
          <a:xfrm>
            <a:off x="351044" y="212260"/>
            <a:ext cx="1348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ROUTE 200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06C88-BE9B-52B3-C345-24162D226916}"/>
              </a:ext>
            </a:extLst>
          </p:cNvPr>
          <p:cNvSpPr/>
          <p:nvPr/>
        </p:nvSpPr>
        <p:spPr>
          <a:xfrm>
            <a:off x="351045" y="1430089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SUGGESTED DESTINATIONS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132D2B-BD62-BADE-715F-E6140CE5C112}"/>
              </a:ext>
            </a:extLst>
          </p:cNvPr>
          <p:cNvSpPr/>
          <p:nvPr/>
        </p:nvSpPr>
        <p:spPr>
          <a:xfrm>
            <a:off x="351045" y="797736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TRAVEL SEARCH 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136864-A93B-E154-2489-67B0981E2ED2}"/>
              </a:ext>
            </a:extLst>
          </p:cNvPr>
          <p:cNvSpPr/>
          <p:nvPr/>
        </p:nvSpPr>
        <p:spPr>
          <a:xfrm>
            <a:off x="351042" y="2652471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SAVED DESTINATIONS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CBDBD5-806A-F9BF-A859-5C01D69B4732}"/>
              </a:ext>
            </a:extLst>
          </p:cNvPr>
          <p:cNvSpPr/>
          <p:nvPr/>
        </p:nvSpPr>
        <p:spPr>
          <a:xfrm>
            <a:off x="9099857" y="212260"/>
            <a:ext cx="1087820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PROFILE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2CD852-2EDA-C89F-CE0B-B23547C4F98C}"/>
              </a:ext>
            </a:extLst>
          </p:cNvPr>
          <p:cNvSpPr/>
          <p:nvPr/>
        </p:nvSpPr>
        <p:spPr>
          <a:xfrm>
            <a:off x="4253535" y="1430089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SAVED DESTINATION LIST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EAFEB5-C491-1493-9F91-8CA954817484}"/>
              </a:ext>
            </a:extLst>
          </p:cNvPr>
          <p:cNvSpPr/>
          <p:nvPr/>
        </p:nvSpPr>
        <p:spPr>
          <a:xfrm>
            <a:off x="351041" y="2020118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FEATURED DESTINATION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57586E-7B5E-C8D7-C15C-FA4B0C46EE6E}"/>
              </a:ext>
            </a:extLst>
          </p:cNvPr>
          <p:cNvSpPr/>
          <p:nvPr/>
        </p:nvSpPr>
        <p:spPr>
          <a:xfrm>
            <a:off x="1013024" y="557760"/>
            <a:ext cx="1540818" cy="2638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Collapsible Nav Bar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9B27D-D6B9-CA22-0A30-B05DE016591B}"/>
              </a:ext>
            </a:extLst>
          </p:cNvPr>
          <p:cNvSpPr/>
          <p:nvPr/>
        </p:nvSpPr>
        <p:spPr>
          <a:xfrm>
            <a:off x="4253535" y="1941943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1F3198-48AA-262F-A9B2-328CFEA0F7EB}"/>
              </a:ext>
            </a:extLst>
          </p:cNvPr>
          <p:cNvSpPr/>
          <p:nvPr/>
        </p:nvSpPr>
        <p:spPr>
          <a:xfrm>
            <a:off x="4253535" y="2453797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F31B2B-E8AB-3702-61B8-5CB518AD8A1C}"/>
              </a:ext>
            </a:extLst>
          </p:cNvPr>
          <p:cNvSpPr/>
          <p:nvPr/>
        </p:nvSpPr>
        <p:spPr>
          <a:xfrm>
            <a:off x="4253535" y="2965651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38DBB5-CA00-941C-8006-6F2FAE60E7E5}"/>
              </a:ext>
            </a:extLst>
          </p:cNvPr>
          <p:cNvSpPr/>
          <p:nvPr/>
        </p:nvSpPr>
        <p:spPr>
          <a:xfrm>
            <a:off x="4253535" y="3489249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6E4616-1A91-358F-9AB9-BE00E1AE1683}"/>
              </a:ext>
            </a:extLst>
          </p:cNvPr>
          <p:cNvSpPr/>
          <p:nvPr/>
        </p:nvSpPr>
        <p:spPr>
          <a:xfrm>
            <a:off x="8604820" y="1762426"/>
            <a:ext cx="990074" cy="72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Location Detail</a:t>
            </a:r>
          </a:p>
          <a:p>
            <a:pPr algn="ctr"/>
            <a:r>
              <a:rPr lang="en-US" sz="1200" dirty="0"/>
              <a:t>Pulled from API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E6EA24-AC04-72E0-09C6-69C0C2721D91}"/>
              </a:ext>
            </a:extLst>
          </p:cNvPr>
          <p:cNvSpPr/>
          <p:nvPr/>
        </p:nvSpPr>
        <p:spPr>
          <a:xfrm>
            <a:off x="9766214" y="1748392"/>
            <a:ext cx="990074" cy="72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Picture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3576B7-8B08-7BF3-5AC7-12636EF7831C}"/>
              </a:ext>
            </a:extLst>
          </p:cNvPr>
          <p:cNvSpPr/>
          <p:nvPr/>
        </p:nvSpPr>
        <p:spPr>
          <a:xfrm>
            <a:off x="10927608" y="1748393"/>
            <a:ext cx="990074" cy="72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Weather Details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8EE3F6-D5FC-CECA-D3F2-93227780F905}"/>
              </a:ext>
            </a:extLst>
          </p:cNvPr>
          <p:cNvSpPr/>
          <p:nvPr/>
        </p:nvSpPr>
        <p:spPr>
          <a:xfrm>
            <a:off x="9440393" y="1402366"/>
            <a:ext cx="1641716" cy="2638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Collapsible Detail Bar</a:t>
            </a:r>
          </a:p>
        </p:txBody>
      </p:sp>
    </p:spTree>
    <p:extLst>
      <p:ext uri="{BB962C8B-B14F-4D97-AF65-F5344CB8AC3E}">
        <p14:creationId xmlns:p14="http://schemas.microsoft.com/office/powerpoint/2010/main" val="3082651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C55464-F548-4B45-8053-4A4C5E5B1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60264"/>
            <a:ext cx="9144000" cy="4146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Chosen Destination Page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5482A9-44D0-3124-07BE-7F100AE88876}"/>
              </a:ext>
            </a:extLst>
          </p:cNvPr>
          <p:cNvSpPr/>
          <p:nvPr/>
        </p:nvSpPr>
        <p:spPr>
          <a:xfrm>
            <a:off x="10354793" y="212260"/>
            <a:ext cx="1299078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 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FBC479-3DDF-79D6-7DF1-5EBF1FED47B6}"/>
              </a:ext>
            </a:extLst>
          </p:cNvPr>
          <p:cNvSpPr txBox="1"/>
          <p:nvPr/>
        </p:nvSpPr>
        <p:spPr>
          <a:xfrm>
            <a:off x="351044" y="212260"/>
            <a:ext cx="1348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ROUTE 200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06C88-BE9B-52B3-C345-24162D226916}"/>
              </a:ext>
            </a:extLst>
          </p:cNvPr>
          <p:cNvSpPr/>
          <p:nvPr/>
        </p:nvSpPr>
        <p:spPr>
          <a:xfrm>
            <a:off x="351045" y="1430089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SUGGESTED DESTINATIONS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132D2B-BD62-BADE-715F-E6140CE5C112}"/>
              </a:ext>
            </a:extLst>
          </p:cNvPr>
          <p:cNvSpPr/>
          <p:nvPr/>
        </p:nvSpPr>
        <p:spPr>
          <a:xfrm>
            <a:off x="351045" y="797736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TRAVEL SEARCH 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136864-A93B-E154-2489-67B0981E2ED2}"/>
              </a:ext>
            </a:extLst>
          </p:cNvPr>
          <p:cNvSpPr/>
          <p:nvPr/>
        </p:nvSpPr>
        <p:spPr>
          <a:xfrm>
            <a:off x="351042" y="2652471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SAVED DESTINATIONS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F982EF-D7A8-23F4-F793-B24C4FBF205B}"/>
              </a:ext>
            </a:extLst>
          </p:cNvPr>
          <p:cNvSpPr/>
          <p:nvPr/>
        </p:nvSpPr>
        <p:spPr>
          <a:xfrm>
            <a:off x="8891752" y="4070501"/>
            <a:ext cx="2528789" cy="16080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WEATHER API</a:t>
            </a:r>
          </a:p>
          <a:p>
            <a:pPr algn="ctr"/>
            <a:r>
              <a:rPr lang="en-US" dirty="0"/>
              <a:t>(Chosen Destination)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CBDBD5-806A-F9BF-A859-5C01D69B4732}"/>
              </a:ext>
            </a:extLst>
          </p:cNvPr>
          <p:cNvSpPr/>
          <p:nvPr/>
        </p:nvSpPr>
        <p:spPr>
          <a:xfrm>
            <a:off x="9099857" y="212260"/>
            <a:ext cx="1087820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PROFILE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2CD852-2EDA-C89F-CE0B-B23547C4F98C}"/>
              </a:ext>
            </a:extLst>
          </p:cNvPr>
          <p:cNvSpPr/>
          <p:nvPr/>
        </p:nvSpPr>
        <p:spPr>
          <a:xfrm>
            <a:off x="4253535" y="5263503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SELECTED DESTINATION PREVIEW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EAFEB5-C491-1493-9F91-8CA954817484}"/>
              </a:ext>
            </a:extLst>
          </p:cNvPr>
          <p:cNvSpPr/>
          <p:nvPr/>
        </p:nvSpPr>
        <p:spPr>
          <a:xfrm>
            <a:off x="351041" y="2020118"/>
            <a:ext cx="3001755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FEATURED DESTINATION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C57E7-2818-1755-DD7B-E2678B7787B5}"/>
              </a:ext>
            </a:extLst>
          </p:cNvPr>
          <p:cNvSpPr/>
          <p:nvPr/>
        </p:nvSpPr>
        <p:spPr>
          <a:xfrm>
            <a:off x="1013024" y="557760"/>
            <a:ext cx="1540818" cy="2638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Collapsible Nav Bar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7D4204-2511-34F9-4334-4C4737ED8488}"/>
              </a:ext>
            </a:extLst>
          </p:cNvPr>
          <p:cNvSpPr/>
          <p:nvPr/>
        </p:nvSpPr>
        <p:spPr>
          <a:xfrm>
            <a:off x="4253535" y="1430089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CHOSEN DESTINATION DETAIL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3398B8-62A3-29DD-25DE-06A036B01726}"/>
              </a:ext>
            </a:extLst>
          </p:cNvPr>
          <p:cNvSpPr/>
          <p:nvPr/>
        </p:nvSpPr>
        <p:spPr>
          <a:xfrm>
            <a:off x="4253535" y="1941943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20D02C-1DE5-B567-243C-348546DDAF4E}"/>
              </a:ext>
            </a:extLst>
          </p:cNvPr>
          <p:cNvSpPr/>
          <p:nvPr/>
        </p:nvSpPr>
        <p:spPr>
          <a:xfrm>
            <a:off x="4253535" y="2453797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C10075-CEE0-BA52-438B-BB028FE261D6}"/>
              </a:ext>
            </a:extLst>
          </p:cNvPr>
          <p:cNvSpPr/>
          <p:nvPr/>
        </p:nvSpPr>
        <p:spPr>
          <a:xfrm>
            <a:off x="4253535" y="2965651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F5E832-7411-D898-741C-F2F557B279BE}"/>
              </a:ext>
            </a:extLst>
          </p:cNvPr>
          <p:cNvSpPr/>
          <p:nvPr/>
        </p:nvSpPr>
        <p:spPr>
          <a:xfrm>
            <a:off x="4253535" y="3489249"/>
            <a:ext cx="3684928" cy="416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284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</Words>
  <Application>Microsoft Office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Lone Wanderer</dc:creator>
  <cp:lastModifiedBy>Lone Wanderer</cp:lastModifiedBy>
  <cp:revision>1</cp:revision>
  <dcterms:created xsi:type="dcterms:W3CDTF">2026-04-14T01:11:48Z</dcterms:created>
  <dcterms:modified xsi:type="dcterms:W3CDTF">2026-04-14T01:12:06Z</dcterms:modified>
</cp:coreProperties>
</file>